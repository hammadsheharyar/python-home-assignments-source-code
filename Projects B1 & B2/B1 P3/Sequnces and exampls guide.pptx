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slideMasters/slideMaster19.xml" ContentType="application/vnd.openxmlformats-officedocument.presentationml.slideMaster+xml"/>
  <Override PartName="/ppt/slides/slide19.xml" ContentType="application/vnd.openxmlformats-officedocument.presentationml.slide+xml"/>
  <Override PartName="/ppt/slideMasters/slideMaster20.xml" ContentType="application/vnd.openxmlformats-officedocument.presentationml.slideMaster+xml"/>
  <Override PartName="/ppt/slides/slide20.xml" ContentType="application/vnd.openxmlformats-officedocument.presentationml.slide+xml"/>
  <Override PartName="/ppt/slideMasters/slideMaster21.xml" ContentType="application/vnd.openxmlformats-officedocument.presentationml.slideMaster+xml"/>
  <Override PartName="/ppt/slides/slide21.xml" ContentType="application/vnd.openxmlformats-officedocument.presentationml.slide+xml"/>
  <Override PartName="/ppt/slideMasters/slideMaster22.xml" ContentType="application/vnd.openxmlformats-officedocument.presentationml.slideMaster+xml"/>
  <Override PartName="/ppt/slides/slide22.xml" ContentType="application/vnd.openxmlformats-officedocument.presentationml.slide+xml"/>
  <Override PartName="/ppt/slideMasters/slideMaster23.xml" ContentType="application/vnd.openxmlformats-officedocument.presentationml.slideMaster+xml"/>
  <Override PartName="/ppt/slides/slide23.xml" ContentType="application/vnd.openxmlformats-officedocument.presentationml.slide+xml"/>
  <Override PartName="/ppt/slideMasters/slideMaster24.xml" ContentType="application/vnd.openxmlformats-officedocument.presentationml.slideMaster+xml"/>
  <Override PartName="/ppt/slides/slide24.xml" ContentType="application/vnd.openxmlformats-officedocument.presentationml.slide+xml"/>
  <Override PartName="/ppt/slideMasters/slideMaster25.xml" ContentType="application/vnd.openxmlformats-officedocument.presentationml.slideMaster+xml"/>
  <Override PartName="/ppt/slides/slide25.xml" ContentType="application/vnd.openxmlformats-officedocument.presentationml.slide+xml"/>
  <Override PartName="/ppt/slideMasters/slideMaster26.xml" ContentType="application/vnd.openxmlformats-officedocument.presentationml.slideMaster+xml"/>
  <Override PartName="/ppt/slides/slide26.xml" ContentType="application/vnd.openxmlformats-officedocument.presentationml.slide+xml"/>
  <Override PartName="/ppt/slideMasters/slideMaster27.xml" ContentType="application/vnd.openxmlformats-officedocument.presentationml.slideMaster+xml"/>
  <Override PartName="/ppt/slides/slide27.xml" ContentType="application/vnd.openxmlformats-officedocument.presentationml.slide+xml"/>
  <Override PartName="/ppt/slideMasters/slideMaster28.xml" ContentType="application/vnd.openxmlformats-officedocument.presentationml.slideMaster+xml"/>
  <Override PartName="/ppt/slides/slide28.xml" ContentType="application/vnd.openxmlformats-officedocument.presentationml.slide+xml"/>
  <Override PartName="/ppt/slideMasters/slideMaster29.xml" ContentType="application/vnd.openxmlformats-officedocument.presentationml.slideMaster+xml"/>
  <Override PartName="/ppt/slides/slide29.xml" ContentType="application/vnd.openxmlformats-officedocument.presentationml.slide+xml"/>
  <Override PartName="/ppt/slideMasters/slideMaster30.xml" ContentType="application/vnd.openxmlformats-officedocument.presentationml.slideMaster+xml"/>
  <Override PartName="/ppt/slides/slide30.xml" ContentType="application/vnd.openxmlformats-officedocument.presentationml.slide+xml"/>
  <Override PartName="/ppt/slideMasters/slideMaster31.xml" ContentType="application/vnd.openxmlformats-officedocument.presentationml.slideMaster+xml"/>
  <Override PartName="/ppt/slides/slide31.xml" ContentType="application/vnd.openxmlformats-officedocument.presentationml.slide+xml"/>
  <Override PartName="/ppt/slideMasters/slideMaster32.xml" ContentType="application/vnd.openxmlformats-officedocument.presentationml.slideMaster+xml"/>
  <Override PartName="/ppt/slides/slide32.xml" ContentType="application/vnd.openxmlformats-officedocument.presentationml.slide+xml"/>
  <Override PartName="/ppt/slideMasters/slideMaster33.xml" ContentType="application/vnd.openxmlformats-officedocument.presentationml.slideMaster+xml"/>
  <Override PartName="/ppt/slides/slide33.xml" ContentType="application/vnd.openxmlformats-officedocument.presentationml.slide+xml"/>
  <Override PartName="/ppt/slideMasters/slideMaster34.xml" ContentType="application/vnd.openxmlformats-officedocument.presentationml.slideMaster+xml"/>
  <Override PartName="/ppt/slides/slide34.xml" ContentType="application/vnd.openxmlformats-officedocument.presentationml.slide+xml"/>
  <Override PartName="/ppt/slideMasters/slideMaster35.xml" ContentType="application/vnd.openxmlformats-officedocument.presentationml.slideMaster+xml"/>
  <Override PartName="/ppt/slides/slide35.xml" ContentType="application/vnd.openxmlformats-officedocument.presentationml.slide+xml"/>
  <Override PartName="/ppt/slideMasters/slideMaster36.xml" ContentType="application/vnd.openxmlformats-officedocument.presentationml.slideMaster+xml"/>
  <Override PartName="/ppt/slides/slide36.xml" ContentType="application/vnd.openxmlformats-officedocument.presentationml.slide+xml"/>
  <Override PartName="/ppt/slideMasters/slideMaster37.xml" ContentType="application/vnd.openxmlformats-officedocument.presentationml.slideMaster+xml"/>
  <Override PartName="/ppt/slides/slide37.xml" ContentType="application/vnd.openxmlformats-officedocument.presentationml.slide+xml"/>
  <Override PartName="/ppt/slideMasters/slideMaster38.xml" ContentType="application/vnd.openxmlformats-officedocument.presentationml.slideMaster+xml"/>
  <Override PartName="/ppt/slides/slide38.xml" ContentType="application/vnd.openxmlformats-officedocument.presentationml.slide+xml"/>
  <Override PartName="/ppt/slideMasters/slideMaster39.xml" ContentType="application/vnd.openxmlformats-officedocument.presentationml.slideMaster+xml"/>
  <Override PartName="/ppt/slides/slide39.xml" ContentType="application/vnd.openxmlformats-officedocument.presentationml.slide+xml"/>
  <Override PartName="/ppt/slideMasters/slideMaster40.xml" ContentType="application/vnd.openxmlformats-officedocument.presentationml.slideMaster+xml"/>
  <Override PartName="/ppt/slides/slide40.xml" ContentType="application/vnd.openxmlformats-officedocument.presentationml.slide+xml"/>
  <Override PartName="/ppt/slideMasters/slideMaster41.xml" ContentType="application/vnd.openxmlformats-officedocument.presentationml.slideMaster+xml"/>
  <Override PartName="/ppt/slides/slide41.xml" ContentType="application/vnd.openxmlformats-officedocument.presentationml.slide+xml"/>
  <Override PartName="/ppt/slideMasters/slideMaster42.xml" ContentType="application/vnd.openxmlformats-officedocument.presentationml.slideMaster+xml"/>
  <Override PartName="/ppt/slides/slide42.xml" ContentType="application/vnd.openxmlformats-officedocument.presentationml.slide+xml"/>
  <Override PartName="/ppt/slideMasters/slideMaster43.xml" ContentType="application/vnd.openxmlformats-officedocument.presentationml.slideMaster+xml"/>
  <Override PartName="/ppt/slides/slide43.xml" ContentType="application/vnd.openxmlformats-officedocument.presentationml.slide+xml"/>
  <Override PartName="/ppt/slideMasters/slideMaster44.xml" ContentType="application/vnd.openxmlformats-officedocument.presentationml.slideMaster+xml"/>
  <Override PartName="/ppt/slides/slide44.xml" ContentType="application/vnd.openxmlformats-officedocument.presentationml.slide+xml"/>
  <Override PartName="/ppt/slideMasters/slideMaster45.xml" ContentType="application/vnd.openxmlformats-officedocument.presentationml.slideMaster+xml"/>
  <Override PartName="/ppt/slides/slide45.xml" ContentType="application/vnd.openxmlformats-officedocument.presentationml.slide+xml"/>
  <Override PartName="/ppt/slideMasters/slideMaster46.xml" ContentType="application/vnd.openxmlformats-officedocument.presentationml.slideMaster+xml"/>
  <Override PartName="/ppt/slides/slide46.xml" ContentType="application/vnd.openxmlformats-officedocument.presentationml.slide+xml"/>
  <Override PartName="/ppt/slideMasters/slideMaster47.xml" ContentType="application/vnd.openxmlformats-officedocument.presentationml.slideMaster+xml"/>
  <Override PartName="/ppt/slides/slide47.xml" ContentType="application/vnd.openxmlformats-officedocument.presentationml.slide+xml"/>
  <Override PartName="/ppt/slideMasters/slideMaster48.xml" ContentType="application/vnd.openxmlformats-officedocument.presentationml.slideMaster+xml"/>
  <Override PartName="/ppt/slides/slide48.xml" ContentType="application/vnd.openxmlformats-officedocument.presentationml.slide+xml"/>
  <Override PartName="/ppt/slideMasters/slideMaster49.xml" ContentType="application/vnd.openxmlformats-officedocument.presentationml.slideMaster+xml"/>
  <Override PartName="/ppt/slides/slide49.xml" ContentType="application/vnd.openxmlformats-officedocument.presentationml.slide+xml"/>
  <Override PartName="/ppt/slideMasters/slideMaster50.xml" ContentType="application/vnd.openxmlformats-officedocument.presentationml.slideMaster+xml"/>
  <Override PartName="/ppt/slides/slide5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32.xml" ContentType="application/vnd.openxmlformats-officedocument.presentationml.notesSlide+xml"/>
  <Override PartName="/ppt/notesSlides/notesSlide33.xml" ContentType="application/vnd.openxmlformats-officedocument.presentationml.notesSlide+xml"/>
  <Override PartName="/ppt/notesSlides/notesSlide34.xml" ContentType="application/vnd.openxmlformats-officedocument.presentationml.notesSlide+xml"/>
  <Override PartName="/ppt/notesSlides/notesSlide35.xml" ContentType="application/vnd.openxmlformats-officedocument.presentationml.notesSlide+xml"/>
  <Override PartName="/ppt/notesSlides/notesSlide36.xml" ContentType="application/vnd.openxmlformats-officedocument.presentationml.notesSlide+xml"/>
  <Override PartName="/ppt/notesSlides/notesSlide37.xml" ContentType="application/vnd.openxmlformats-officedocument.presentationml.notesSlide+xml"/>
  <Override PartName="/ppt/notesSlides/notesSlide38.xml" ContentType="application/vnd.openxmlformats-officedocument.presentationml.notesSlide+xml"/>
  <Override PartName="/ppt/notesSlides/notesSlide39.xml" ContentType="application/vnd.openxmlformats-officedocument.presentationml.notesSlide+xml"/>
  <Override PartName="/ppt/notesSlides/notesSlide40.xml" ContentType="application/vnd.openxmlformats-officedocument.presentationml.notesSlide+xml"/>
  <Override PartName="/ppt/notesSlides/notesSlide41.xml" ContentType="application/vnd.openxmlformats-officedocument.presentationml.notesSlide+xml"/>
  <Override PartName="/ppt/notesSlides/notesSlide42.xml" ContentType="application/vnd.openxmlformats-officedocument.presentationml.notesSlide+xml"/>
  <Override PartName="/ppt/notesSlides/notesSlide43.xml" ContentType="application/vnd.openxmlformats-officedocument.presentationml.notesSlide+xml"/>
  <Override PartName="/ppt/notesSlides/notesSlide44.xml" ContentType="application/vnd.openxmlformats-officedocument.presentationml.notesSlide+xml"/>
  <Override PartName="/ppt/notesSlides/notesSlide45.xml" ContentType="application/vnd.openxmlformats-officedocument.presentationml.notesSlide+xml"/>
  <Override PartName="/ppt/notesSlides/notesSlide46.xml" ContentType="application/vnd.openxmlformats-officedocument.presentationml.notesSlide+xml"/>
  <Override PartName="/ppt/notesSlides/notesSlide47.xml" ContentType="application/vnd.openxmlformats-officedocument.presentationml.notesSlide+xml"/>
  <Override PartName="/ppt/notesSlides/notesSlide48.xml" ContentType="application/vnd.openxmlformats-officedocument.presentationml.notesSlide+xml"/>
  <Override PartName="/ppt/notesSlides/notesSlide49.xml" ContentType="application/vnd.openxmlformats-officedocument.presentationml.notesSlide+xml"/>
  <Override PartName="/ppt/notesSlides/notesSlide5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0" r:id="rId26"/>
    <p:sldId id="281" r:id="rId27"/>
    <p:sldId id="282" r:id="rId28"/>
    <p:sldId id="283" r:id="rId29"/>
    <p:sldId id="284" r:id="rId30"/>
    <p:sldId id="285" r:id="rId31"/>
    <p:sldId id="286" r:id="rId32"/>
    <p:sldId id="287" r:id="rId33"/>
    <p:sldId id="288" r:id="rId34"/>
    <p:sldId id="289" r:id="rId35"/>
    <p:sldId id="290" r:id="rId36"/>
    <p:sldId id="291" r:id="rId37"/>
    <p:sldId id="292" r:id="rId38"/>
    <p:sldId id="293" r:id="rId39"/>
    <p:sldId id="294" r:id="rId40"/>
    <p:sldId id="295" r:id="rId41"/>
    <p:sldId id="296" r:id="rId42"/>
    <p:sldId id="297" r:id="rId43"/>
    <p:sldId id="298" r:id="rId44"/>
    <p:sldId id="299" r:id="rId45"/>
    <p:sldId id="300" r:id="rId46"/>
    <p:sldId id="301" r:id="rId47"/>
    <p:sldId id="302" r:id="rId48"/>
    <p:sldId id="303" r:id="rId49"/>
    <p:sldId id="304" r:id="rId50"/>
    <p:sldId id="305" r:id="rId51"/>
  </p:sldIdLst>
  <p:notesMasterIdLst>
    <p:notesMasterId r:id="rId52"/>
  </p:notesMasterIdLst>
  <p:sldSz cx="9753600" cy="7315200"/>
  <p:notesSz cx="7315200" cy="97536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slide" Target="slides/slide21.xml"/><Relationship Id="rId23" Type="http://schemas.openxmlformats.org/officeDocument/2006/relationships/slide" Target="slides/slide22.xml"/><Relationship Id="rId24" Type="http://schemas.openxmlformats.org/officeDocument/2006/relationships/slide" Target="slides/slide23.xml"/><Relationship Id="rId25" Type="http://schemas.openxmlformats.org/officeDocument/2006/relationships/slide" Target="slides/slide24.xml"/><Relationship Id="rId26" Type="http://schemas.openxmlformats.org/officeDocument/2006/relationships/slide" Target="slides/slide25.xml"/><Relationship Id="rId27" Type="http://schemas.openxmlformats.org/officeDocument/2006/relationships/slide" Target="slides/slide26.xml"/><Relationship Id="rId28" Type="http://schemas.openxmlformats.org/officeDocument/2006/relationships/slide" Target="slides/slide27.xml"/><Relationship Id="rId29" Type="http://schemas.openxmlformats.org/officeDocument/2006/relationships/slide" Target="slides/slide28.xml"/><Relationship Id="rId30" Type="http://schemas.openxmlformats.org/officeDocument/2006/relationships/slide" Target="slides/slide29.xml"/><Relationship Id="rId31" Type="http://schemas.openxmlformats.org/officeDocument/2006/relationships/slide" Target="slides/slide30.xml"/><Relationship Id="rId32" Type="http://schemas.openxmlformats.org/officeDocument/2006/relationships/slide" Target="slides/slide31.xml"/><Relationship Id="rId33" Type="http://schemas.openxmlformats.org/officeDocument/2006/relationships/slide" Target="slides/slide32.xml"/><Relationship Id="rId34" Type="http://schemas.openxmlformats.org/officeDocument/2006/relationships/slide" Target="slides/slide33.xml"/><Relationship Id="rId35" Type="http://schemas.openxmlformats.org/officeDocument/2006/relationships/slide" Target="slides/slide34.xml"/><Relationship Id="rId36" Type="http://schemas.openxmlformats.org/officeDocument/2006/relationships/slide" Target="slides/slide35.xml"/><Relationship Id="rId37" Type="http://schemas.openxmlformats.org/officeDocument/2006/relationships/slide" Target="slides/slide36.xml"/><Relationship Id="rId38" Type="http://schemas.openxmlformats.org/officeDocument/2006/relationships/slide" Target="slides/slide37.xml"/><Relationship Id="rId39" Type="http://schemas.openxmlformats.org/officeDocument/2006/relationships/slide" Target="slides/slide38.xml"/><Relationship Id="rId40" Type="http://schemas.openxmlformats.org/officeDocument/2006/relationships/slide" Target="slides/slide39.xml"/><Relationship Id="rId41" Type="http://schemas.openxmlformats.org/officeDocument/2006/relationships/slide" Target="slides/slide40.xml"/><Relationship Id="rId42" Type="http://schemas.openxmlformats.org/officeDocument/2006/relationships/slide" Target="slides/slide41.xml"/><Relationship Id="rId43" Type="http://schemas.openxmlformats.org/officeDocument/2006/relationships/slide" Target="slides/slide42.xml"/><Relationship Id="rId44" Type="http://schemas.openxmlformats.org/officeDocument/2006/relationships/slide" Target="slides/slide43.xml"/><Relationship Id="rId45" Type="http://schemas.openxmlformats.org/officeDocument/2006/relationships/slide" Target="slides/slide44.xml"/><Relationship Id="rId46" Type="http://schemas.openxmlformats.org/officeDocument/2006/relationships/slide" Target="slides/slide45.xml"/><Relationship Id="rId47" Type="http://schemas.openxmlformats.org/officeDocument/2006/relationships/slide" Target="slides/slide46.xml"/><Relationship Id="rId48" Type="http://schemas.openxmlformats.org/officeDocument/2006/relationships/slide" Target="slides/slide47.xml"/><Relationship Id="rId49" Type="http://schemas.openxmlformats.org/officeDocument/2006/relationships/slide" Target="slides/slide48.xml"/><Relationship Id="rId50" Type="http://schemas.openxmlformats.org/officeDocument/2006/relationships/slide" Target="slides/slide49.xml"/><Relationship Id="rId51" Type="http://schemas.openxmlformats.org/officeDocument/2006/relationships/slide" Target="slides/slide50.xml"/><Relationship Id="rId52" Type="http://schemas.openxmlformats.org/officeDocument/2006/relationships/notesMaster" Target="notesMasters/notesMaster1.xml"/><Relationship Id="rId53" Type="http://schemas.openxmlformats.org/officeDocument/2006/relationships/presProps" Target="presProps.xml"/><Relationship Id="rId54" Type="http://schemas.openxmlformats.org/officeDocument/2006/relationships/viewProps" Target="viewProps.xml"/><Relationship Id="rId55" Type="http://schemas.openxmlformats.org/officeDocument/2006/relationships/theme" Target="theme/theme1.xml"/><Relationship Id="rId56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_rels/notesSlide1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9.xml"/>
		</Relationships>
</file>

<file path=ppt/notesSlides/_rels/notesSlide2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0.xml"/>
		</Relationships>
</file>

<file path=ppt/notesSlides/_rels/notesSlide2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1.xml"/>
		</Relationships>
</file>

<file path=ppt/notesSlides/_rels/notesSlide2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2.xml"/>
		</Relationships>
</file>

<file path=ppt/notesSlides/_rels/notesSlide2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3.xml"/>
		</Relationships>
</file>

<file path=ppt/notesSlides/_rels/notesSlide2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4.xml"/>
		</Relationships>
</file>

<file path=ppt/notesSlides/_rels/notesSlide2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5.xml"/>
		</Relationships>
</file>

<file path=ppt/notesSlides/_rels/notesSlide2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6.xml"/>
		</Relationships>
</file>

<file path=ppt/notesSlides/_rels/notesSlide2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7.xml"/>
		</Relationships>
</file>

<file path=ppt/notesSlides/_rels/notesSlide2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8.xml"/>
		</Relationships>
</file>

<file path=ppt/notesSlides/_rels/notesSlide2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9.xml"/>
		</Relationships>
</file>

<file path=ppt/notesSlides/_rels/notesSlide3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0.xml"/>
		</Relationships>
</file>

<file path=ppt/notesSlides/_rels/notesSlide3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1.xml"/>
		</Relationships>
</file>

<file path=ppt/notesSlides/_rels/notesSlide3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2.xml"/>
		</Relationships>
</file>

<file path=ppt/notesSlides/_rels/notesSlide3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3.xml"/>
		</Relationships>
</file>

<file path=ppt/notesSlides/_rels/notesSlide3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4.xml"/>
		</Relationships>
</file>

<file path=ppt/notesSlides/_rels/notesSlide3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5.xml"/>
		</Relationships>
</file>

<file path=ppt/notesSlides/_rels/notesSlide3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6.xml"/>
		</Relationships>
</file>

<file path=ppt/notesSlides/_rels/notesSlide3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7.xml"/>
		</Relationships>
</file>

<file path=ppt/notesSlides/_rels/notesSlide3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8.xml"/>
		</Relationships>
</file>

<file path=ppt/notesSlides/_rels/notesSlide3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9.xml"/>
		</Relationships>
</file>

<file path=ppt/notesSlides/_rels/notesSlide4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0.xml"/>
		</Relationships>
</file>

<file path=ppt/notesSlides/_rels/notesSlide4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1.xml"/>
		</Relationships>
</file>

<file path=ppt/notesSlides/_rels/notesSlide4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2.xml"/>
		</Relationships>
</file>

<file path=ppt/notesSlides/_rels/notesSlide4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3.xml"/>
		</Relationships>
</file>

<file path=ppt/notesSlides/_rels/notesSlide4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4.xml"/>
		</Relationships>
</file>

<file path=ppt/notesSlides/_rels/notesSlide4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5.xml"/>
		</Relationships>
</file>

<file path=ppt/notesSlides/_rels/notesSlide4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6.xml"/>
		</Relationships>
</file>

<file path=ppt/notesSlides/_rels/notesSlide4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7.xml"/>
		</Relationships>
</file>

<file path=ppt/notesSlides/_rels/notesSlide4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8.xml"/>
		</Relationships>
</file>

<file path=ppt/notesSlides/_rels/notesSlide4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9.xml"/>
		</Relationships>
</file>

<file path=ppt/notesSlides/_rels/notesSlide5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0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-image-1.jpe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Slide-2-image-1.jpe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Slide-3-image-1.jpe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Slide-4-image-1.jpe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Slide-5-image-1.jpe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Slide-6-image-1.jpe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Slide-7-image-1.jpe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Slide-8-image-1.jpe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Slide-9-image-1.jpe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0-image-1.jpe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1-image-1.jpe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2-image-1.jpe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3-image-1.jpe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4-image-1.jpe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5-image-1.jpe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6-image-1.jpe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7-image-1.jpe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8-image-1.jpe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8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9-image-1.jpe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9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image" Target="../media/Slide-20-image-1.jpe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0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image" Target="../media/Slide-21-image-1.jpe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1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image" Target="../media/Slide-22-image-1.jpe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image" Target="../media/Slide-23-image-1.jpe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3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image" Target="../media/Slide-24-image-1.jpe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4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image" Target="../media/Slide-25-image-1.jpe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5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image" Target="../media/Slide-26-image-1.jpe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6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image" Target="../media/Slide-27-image-1.jpe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7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image" Target="../media/Slide-28-image-1.jpe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8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image" Target="../media/Slide-29-image-1.jpe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9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image" Target="../media/Slide-30-image-1.jpe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0.xm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image" Target="../media/Slide-31-image-1.jpe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1.xml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image" Target="../media/Slide-32-image-1.jpe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2.xml"/></Relationships>
</file>

<file path=ppt/slides/_rels/slide33.xml.rels><?xml version="1.0" encoding="UTF-8" standalone="yes"?>
<Relationships xmlns="http://schemas.openxmlformats.org/package/2006/relationships"><Relationship Id="rId1" Type="http://schemas.openxmlformats.org/officeDocument/2006/relationships/image" Target="../media/Slide-33-image-1.jpe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3.xml"/></Relationships>
</file>

<file path=ppt/slides/_rels/slide34.xml.rels><?xml version="1.0" encoding="UTF-8" standalone="yes"?>
<Relationships xmlns="http://schemas.openxmlformats.org/package/2006/relationships"><Relationship Id="rId1" Type="http://schemas.openxmlformats.org/officeDocument/2006/relationships/image" Target="../media/Slide-34-image-1.jpe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4.xml"/></Relationships>
</file>

<file path=ppt/slides/_rels/slide35.xml.rels><?xml version="1.0" encoding="UTF-8" standalone="yes"?>
<Relationships xmlns="http://schemas.openxmlformats.org/package/2006/relationships"><Relationship Id="rId1" Type="http://schemas.openxmlformats.org/officeDocument/2006/relationships/image" Target="../media/Slide-35-image-1.jpe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5.xml"/></Relationships>
</file>

<file path=ppt/slides/_rels/slide36.xml.rels><?xml version="1.0" encoding="UTF-8" standalone="yes"?>
<Relationships xmlns="http://schemas.openxmlformats.org/package/2006/relationships"><Relationship Id="rId1" Type="http://schemas.openxmlformats.org/officeDocument/2006/relationships/image" Target="../media/Slide-36-image-1.jpe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6.xml"/></Relationships>
</file>

<file path=ppt/slides/_rels/slide37.xml.rels><?xml version="1.0" encoding="UTF-8" standalone="yes"?>
<Relationships xmlns="http://schemas.openxmlformats.org/package/2006/relationships"><Relationship Id="rId1" Type="http://schemas.openxmlformats.org/officeDocument/2006/relationships/image" Target="../media/Slide-37-image-1.jpe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7.xml"/></Relationships>
</file>

<file path=ppt/slides/_rels/slide38.xml.rels><?xml version="1.0" encoding="UTF-8" standalone="yes"?>
<Relationships xmlns="http://schemas.openxmlformats.org/package/2006/relationships"><Relationship Id="rId1" Type="http://schemas.openxmlformats.org/officeDocument/2006/relationships/image" Target="../media/Slide-38-image-1.jpe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8.xml"/></Relationships>
</file>

<file path=ppt/slides/_rels/slide39.xml.rels><?xml version="1.0" encoding="UTF-8" standalone="yes"?>
<Relationships xmlns="http://schemas.openxmlformats.org/package/2006/relationships"><Relationship Id="rId1" Type="http://schemas.openxmlformats.org/officeDocument/2006/relationships/image" Target="../media/Slide-39-image-1.jpe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9.xml"/></Relationships>
</file>

<file path=ppt/slides/_rels/slide40.xml.rels><?xml version="1.0" encoding="UTF-8" standalone="yes"?>
<Relationships xmlns="http://schemas.openxmlformats.org/package/2006/relationships"><Relationship Id="rId1" Type="http://schemas.openxmlformats.org/officeDocument/2006/relationships/image" Target="../media/Slide-40-image-1.jpe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0.xml"/></Relationships>
</file>

<file path=ppt/slides/_rels/slide41.xml.rels><?xml version="1.0" encoding="UTF-8" standalone="yes"?>
<Relationships xmlns="http://schemas.openxmlformats.org/package/2006/relationships"><Relationship Id="rId1" Type="http://schemas.openxmlformats.org/officeDocument/2006/relationships/image" Target="../media/Slide-41-image-1.jpe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1.xml"/></Relationships>
</file>

<file path=ppt/slides/_rels/slide42.xml.rels><?xml version="1.0" encoding="UTF-8" standalone="yes"?>
<Relationships xmlns="http://schemas.openxmlformats.org/package/2006/relationships"><Relationship Id="rId1" Type="http://schemas.openxmlformats.org/officeDocument/2006/relationships/image" Target="../media/Slide-42-image-1.jpe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2.xml"/></Relationships>
</file>

<file path=ppt/slides/_rels/slide43.xml.rels><?xml version="1.0" encoding="UTF-8" standalone="yes"?>
<Relationships xmlns="http://schemas.openxmlformats.org/package/2006/relationships"><Relationship Id="rId1" Type="http://schemas.openxmlformats.org/officeDocument/2006/relationships/image" Target="../media/Slide-43-image-1.jpe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3.xml"/></Relationships>
</file>

<file path=ppt/slides/_rels/slide44.xml.rels><?xml version="1.0" encoding="UTF-8" standalone="yes"?>
<Relationships xmlns="http://schemas.openxmlformats.org/package/2006/relationships"><Relationship Id="rId1" Type="http://schemas.openxmlformats.org/officeDocument/2006/relationships/image" Target="../media/Slide-44-image-1.jpe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4.xml"/></Relationships>
</file>

<file path=ppt/slides/_rels/slide45.xml.rels><?xml version="1.0" encoding="UTF-8" standalone="yes"?>
<Relationships xmlns="http://schemas.openxmlformats.org/package/2006/relationships"><Relationship Id="rId1" Type="http://schemas.openxmlformats.org/officeDocument/2006/relationships/image" Target="../media/Slide-45-image-1.jpe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5.xml"/></Relationships>
</file>

<file path=ppt/slides/_rels/slide46.xml.rels><?xml version="1.0" encoding="UTF-8" standalone="yes"?>
<Relationships xmlns="http://schemas.openxmlformats.org/package/2006/relationships"><Relationship Id="rId1" Type="http://schemas.openxmlformats.org/officeDocument/2006/relationships/image" Target="../media/Slide-46-image-1.jpe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6.xml"/></Relationships>
</file>

<file path=ppt/slides/_rels/slide47.xml.rels><?xml version="1.0" encoding="UTF-8" standalone="yes"?>
<Relationships xmlns="http://schemas.openxmlformats.org/package/2006/relationships"><Relationship Id="rId1" Type="http://schemas.openxmlformats.org/officeDocument/2006/relationships/image" Target="../media/Slide-47-image-1.jpe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7.xml"/></Relationships>
</file>

<file path=ppt/slides/_rels/slide48.xml.rels><?xml version="1.0" encoding="UTF-8" standalone="yes"?>
<Relationships xmlns="http://schemas.openxmlformats.org/package/2006/relationships"><Relationship Id="rId1" Type="http://schemas.openxmlformats.org/officeDocument/2006/relationships/image" Target="../media/Slide-48-image-1.jpe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8.xml"/></Relationships>
</file>

<file path=ppt/slides/_rels/slide49.xml.rels><?xml version="1.0" encoding="UTF-8" standalone="yes"?>
<Relationships xmlns="http://schemas.openxmlformats.org/package/2006/relationships"><Relationship Id="rId1" Type="http://schemas.openxmlformats.org/officeDocument/2006/relationships/image" Target="../media/Slide-49-image-1.jpe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9.xml"/></Relationships>
</file>

<file path=ppt/slides/_rels/slide50.xml.rels><?xml version="1.0" encoding="UTF-8" standalone="yes"?>
<Relationships xmlns="http://schemas.openxmlformats.org/package/2006/relationships"><Relationship Id="rId1" Type="http://schemas.openxmlformats.org/officeDocument/2006/relationships/image" Target="../media/Slide-50-image-1.jpe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2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3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4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5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6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7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8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9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0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1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2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3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4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5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6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7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8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9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0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1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2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3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4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5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6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7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8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9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0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50</Slides>
  <Notes>50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50</vt:i4>
      </vt:variant>
    </vt:vector>
  </HeadingPairs>
  <TitlesOfParts>
    <vt:vector size="53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  <vt:lpstr>Slide 20</vt:lpstr>
      <vt:lpstr>Slide 21</vt:lpstr>
      <vt:lpstr>Slide 22</vt:lpstr>
      <vt:lpstr>Slide 23</vt:lpstr>
      <vt:lpstr>Slide 24</vt:lpstr>
      <vt:lpstr>Slide 25</vt:lpstr>
      <vt:lpstr>Slide 26</vt:lpstr>
      <vt:lpstr>Slide 27</vt:lpstr>
      <vt:lpstr>Slide 28</vt:lpstr>
      <vt:lpstr>Slide 29</vt:lpstr>
      <vt:lpstr>Slide 30</vt:lpstr>
      <vt:lpstr>Slide 31</vt:lpstr>
      <vt:lpstr>Slide 32</vt:lpstr>
      <vt:lpstr>Slide 33</vt:lpstr>
      <vt:lpstr>Slide 34</vt:lpstr>
      <vt:lpstr>Slide 35</vt:lpstr>
      <vt:lpstr>Slide 36</vt:lpstr>
      <vt:lpstr>Slide 37</vt:lpstr>
      <vt:lpstr>Slide 38</vt:lpstr>
      <vt:lpstr>Slide 39</vt:lpstr>
      <vt:lpstr>Slide 40</vt:lpstr>
      <vt:lpstr>Slide 41</vt:lpstr>
      <vt:lpstr>Slide 42</vt:lpstr>
      <vt:lpstr>Slide 43</vt:lpstr>
      <vt:lpstr>Slide 44</vt:lpstr>
      <vt:lpstr>Slide 45</vt:lpstr>
      <vt:lpstr>Slide 46</vt:lpstr>
      <vt:lpstr>Slide 47</vt:lpstr>
      <vt:lpstr>Slide 48</vt:lpstr>
      <vt:lpstr>Slide 49</vt:lpstr>
      <vt:lpstr>Slide 50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2025-10-05T16:46:16Z</dcterms:created>
  <dcterms:modified xsi:type="dcterms:W3CDTF">2025-10-05T16:46:16Z</dcterms:modified>
</cp:coreProperties>
</file>